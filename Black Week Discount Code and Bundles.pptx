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914F-B692-0F46-0B4D-07F39FB33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179F0-1677-8BB8-BCF3-BA0C3CD2D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42CA7-9ABA-CB60-623F-DFA15550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10F2-887B-6C50-8C32-0446C9F4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1E8B-5F8C-DC4B-C626-14E7FAC6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266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CACC-F658-76AD-D34B-2693FA05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76CAA-AE8F-0B11-7EF5-012BEEA1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D9E73-31A8-B1C2-8669-8F9C6953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910E2-B086-9AF7-AA5A-D4BF82E6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C09A1-4297-9CA1-0288-8A05E0A9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792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8A46-DC86-4C06-6C5A-072CBFA7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B02CD-1C52-35CF-7027-E37CAC688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BC060-2766-A86A-2ED0-71CC8811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2A52E-09E2-3B20-C5E0-CA96EBA7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2FB1E-EF58-57B9-6177-01EC473B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258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1B28-8B27-44F3-FAA4-B188E9EF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020F0-F3EF-6111-6860-84479643A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94851-121F-103D-B5C8-297533A88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35AD0-1DE4-A401-7F6A-D77FF4D4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FBBF-4610-2E32-E868-514ADC99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08AB9-C9BC-3D93-83F4-357A7AEA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242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D85B-2BA6-D9E6-04F7-FE63BE52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4BDA8-F9B8-8C2A-7B2E-8D03B8302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2329D-1C01-F2E3-AECB-8E6B0952B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3CF53C-81A7-58DE-A405-B5ADAD1A5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6A86F-5F2C-CD79-F2DE-242F093A2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3E1DD-EB42-3F52-A89E-5D55933D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6E7D65-E418-526F-0856-A4EB43F3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47D7D-727B-4930-37EB-42EF84561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454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54CE-27A1-4EEA-0C99-BD388362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9287E-6F31-4BDC-2385-9E9D7241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814A3-F66B-463F-AC69-0C1A895D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DC539-02DF-4283-AA24-04661BA2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143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58571-7165-4F11-2E2F-566AB763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D74D0-D742-1BFF-A6DD-54165F61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0AB2E-A289-8608-B89D-FA129468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27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8672-8E4F-5CBA-386C-6F347744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9EFAD-0598-69C0-9861-2B8EDBC8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611CF-5E6C-618B-C9F3-BA27AF0FB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9388-D324-B8E2-11E4-260F31AF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C347F-53D7-4CA1-89F2-7E6CCCF4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F9A8C-886F-8D49-2F7A-44C38595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137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5707-99F7-4845-FB63-C29D480E7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B0BD84-C30C-BD56-A9AC-24A4F6730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69C5C-6446-E52A-33C0-73720047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FAD91-3A3E-F173-2CBC-5C580B83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3AB0-3179-A723-9E74-B0214354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E418D-D9EC-11A2-78F1-2B1C7A55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117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F117-0AD6-767F-5A9F-C69C5B4F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6BFB5-114C-8917-9F8C-81BEC9FC9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C6AD3-0034-4858-14FA-087DB3068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5B118-595F-CE7F-6D05-3058F52D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5234-2162-64A3-22AE-40E19192F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07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8EE1D9-772E-4C18-32EE-5F43E696F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8C81F-1E0C-856B-5E38-7BD612140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6DCB6-DD15-A62A-D73F-28802138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8C0F-6EA6-8340-3144-A5298B0D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61E7F-1115-146E-D600-F71BE744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950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DB524-E686-0270-BD5A-FD9B2AFA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9D71B-39A5-F51D-E9EE-51C9FA150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577B-D18C-D31F-8109-EDE691EC1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E18FA-8117-44FB-BAB2-ACF05D61AA6F}" type="datetimeFigureOut">
              <a:rPr lang="LID4096" smtClean="0"/>
              <a:t>10/31/2025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692F7-4056-8DCA-2D95-587E1A3CA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B903F-ADA8-68A7-DF6F-97D456ADD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5A1F2-A08A-4BB4-A360-9861D2A55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241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E4576-C0AC-25C3-2425-292D30AB7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48721"/>
            <a:ext cx="5442284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BLACK </a:t>
            </a:r>
            <a:r>
              <a:rPr lang="tr-TR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WEEK </a:t>
            </a:r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IS HERE!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asket of strawberries and apples next to candles&#10;&#10;AI-generated content may be incorrect.">
            <a:extLst>
              <a:ext uri="{FF2B5EF4-FFF2-40B4-BE49-F238E27FC236}">
                <a16:creationId xmlns:a16="http://schemas.microsoft.com/office/drawing/2014/main" id="{6E985047-78C7-3369-2B4F-38FEF2351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3" r="-3" b="6547"/>
          <a:stretch>
            <a:fillRect/>
          </a:stretch>
        </p:blipFill>
        <p:spPr>
          <a:xfrm>
            <a:off x="6525453" y="3458012"/>
            <a:ext cx="5666547" cy="3398024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A240C79-242E-4918-9F28-B101847D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2277" y="3386960"/>
            <a:ext cx="56697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advertisement&#10;&#10;AI-generated content may be incorrect.">
            <a:extLst>
              <a:ext uri="{FF2B5EF4-FFF2-40B4-BE49-F238E27FC236}">
                <a16:creationId xmlns:a16="http://schemas.microsoft.com/office/drawing/2014/main" id="{5B2EE269-5519-4CB6-0629-B17AB3255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6" r="-2" b="-2"/>
          <a:stretch>
            <a:fillRect/>
          </a:stretch>
        </p:blipFill>
        <p:spPr>
          <a:xfrm>
            <a:off x="6522277" y="15216"/>
            <a:ext cx="5669723" cy="3469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DADBF3-9783-47DF-87AF-799E9C52C05B}"/>
              </a:ext>
            </a:extLst>
          </p:cNvPr>
          <p:cNvSpPr txBox="1"/>
          <p:nvPr/>
        </p:nvSpPr>
        <p:spPr>
          <a:xfrm>
            <a:off x="897769" y="1909192"/>
            <a:ext cx="471399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noProof="0" dirty="0">
                <a:solidFill>
                  <a:schemeClr val="bg1"/>
                </a:solidFill>
              </a:rPr>
              <a:t>EXTRA 10% Off</a:t>
            </a:r>
            <a:r>
              <a:rPr lang="tr-TR" sz="2000" noProof="0" dirty="0">
                <a:solidFill>
                  <a:schemeClr val="bg1"/>
                </a:solidFill>
              </a:rPr>
              <a:t> on top of our great deals between 24 – 30 November!*</a:t>
            </a:r>
          </a:p>
          <a:p>
            <a:endParaRPr lang="tr-TR" sz="2000" noProof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noProof="0" dirty="0">
                <a:solidFill>
                  <a:schemeClr val="bg1"/>
                </a:solidFill>
              </a:rPr>
              <a:t>CODE: </a:t>
            </a:r>
            <a:r>
              <a:rPr lang="tr-TR" sz="2000" dirty="0">
                <a:solidFill>
                  <a:schemeClr val="bg1"/>
                </a:solidFill>
              </a:rPr>
              <a:t>BLACK10OFF</a:t>
            </a:r>
            <a:r>
              <a:rPr lang="tr-TR" sz="2000" noProof="0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noProof="0" dirty="0">
                <a:solidFill>
                  <a:schemeClr val="bg1"/>
                </a:solidFill>
              </a:rPr>
              <a:t>And</a:t>
            </a:r>
            <a:r>
              <a:rPr lang="tr-TR" sz="2000" noProof="0" dirty="0">
                <a:solidFill>
                  <a:schemeClr val="bg1"/>
                </a:solidFill>
              </a:rPr>
              <a:t> don’</a:t>
            </a:r>
            <a:r>
              <a:rPr lang="tr-TR" sz="2000" dirty="0">
                <a:solidFill>
                  <a:schemeClr val="bg1"/>
                </a:solidFill>
              </a:rPr>
              <a:t>t </a:t>
            </a:r>
            <a:r>
              <a:rPr lang="tr-TR" sz="2000" dirty="0" err="1">
                <a:solidFill>
                  <a:schemeClr val="bg1"/>
                </a:solidFill>
              </a:rPr>
              <a:t>miss</a:t>
            </a:r>
            <a:r>
              <a:rPr lang="tr-TR" sz="2000" dirty="0">
                <a:solidFill>
                  <a:schemeClr val="bg1"/>
                </a:solidFill>
              </a:rPr>
              <a:t> our </a:t>
            </a:r>
            <a:r>
              <a:rPr lang="tr-TR" sz="2000" dirty="0" err="1">
                <a:solidFill>
                  <a:schemeClr val="bg1"/>
                </a:solidFill>
              </a:rPr>
              <a:t>special</a:t>
            </a:r>
            <a:r>
              <a:rPr lang="tr-TR" sz="2000" dirty="0">
                <a:solidFill>
                  <a:schemeClr val="bg1"/>
                </a:solidFill>
              </a:rPr>
              <a:t>, </a:t>
            </a:r>
            <a:r>
              <a:rPr lang="tr-TR" sz="2000" dirty="0" err="1">
                <a:solidFill>
                  <a:schemeClr val="bg1"/>
                </a:solidFill>
              </a:rPr>
              <a:t>Delicious</a:t>
            </a:r>
            <a:r>
              <a:rPr lang="tr-TR" sz="2000" dirty="0">
                <a:solidFill>
                  <a:schemeClr val="bg1"/>
                </a:solidFill>
              </a:rPr>
              <a:t> Escape </a:t>
            </a:r>
            <a:r>
              <a:rPr lang="tr-TR" sz="2000" dirty="0" err="1">
                <a:solidFill>
                  <a:schemeClr val="bg1"/>
                </a:solidFill>
              </a:rPr>
              <a:t>bundle</a:t>
            </a:r>
            <a:r>
              <a:rPr lang="tr-TR" sz="2000" dirty="0">
                <a:solidFill>
                  <a:schemeClr val="bg1"/>
                </a:solidFill>
              </a:rPr>
              <a:t>, 50% </a:t>
            </a:r>
            <a:r>
              <a:rPr lang="tr-TR" sz="2000" dirty="0" err="1">
                <a:solidFill>
                  <a:schemeClr val="bg1"/>
                </a:solidFill>
              </a:rPr>
              <a:t>off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during</a:t>
            </a:r>
            <a:r>
              <a:rPr lang="tr-TR" sz="2000" dirty="0">
                <a:solidFill>
                  <a:schemeClr val="bg1"/>
                </a:solidFill>
              </a:rPr>
              <a:t> </a:t>
            </a:r>
            <a:r>
              <a:rPr lang="tr-TR" sz="2000" dirty="0" err="1">
                <a:solidFill>
                  <a:schemeClr val="bg1"/>
                </a:solidFill>
              </a:rPr>
              <a:t>the</a:t>
            </a:r>
            <a:r>
              <a:rPr lang="tr-TR" sz="2000" dirty="0">
                <a:solidFill>
                  <a:schemeClr val="bg1"/>
                </a:solidFill>
              </a:rPr>
              <a:t> Black </a:t>
            </a:r>
            <a:r>
              <a:rPr lang="tr-TR" sz="2000" dirty="0" err="1">
                <a:solidFill>
                  <a:schemeClr val="bg1"/>
                </a:solidFill>
              </a:rPr>
              <a:t>Week</a:t>
            </a:r>
            <a:r>
              <a:rPr lang="tr-TR" sz="2000" dirty="0">
                <a:solidFill>
                  <a:schemeClr val="bg1"/>
                </a:solidFill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000" dirty="0">
                <a:solidFill>
                  <a:schemeClr val="bg1"/>
                </a:solidFill>
              </a:rPr>
              <a:t>*No minimum </a:t>
            </a:r>
            <a:r>
              <a:rPr lang="tr-TR" sz="1000" dirty="0" err="1">
                <a:solidFill>
                  <a:schemeClr val="bg1"/>
                </a:solidFill>
              </a:rPr>
              <a:t>order</a:t>
            </a:r>
            <a:r>
              <a:rPr lang="tr-TR" sz="1000" dirty="0">
                <a:solidFill>
                  <a:schemeClr val="bg1"/>
                </a:solidFill>
              </a:rPr>
              <a:t> </a:t>
            </a:r>
            <a:r>
              <a:rPr lang="tr-TR" sz="1000" dirty="0" err="1">
                <a:solidFill>
                  <a:schemeClr val="bg1"/>
                </a:solidFill>
              </a:rPr>
              <a:t>value</a:t>
            </a:r>
            <a:r>
              <a:rPr lang="tr-TR" sz="1000" dirty="0">
                <a:solidFill>
                  <a:schemeClr val="bg1"/>
                </a:solidFill>
              </a:rPr>
              <a:t>, valid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solidFill>
                <a:schemeClr val="bg1"/>
              </a:solidFill>
            </a:endParaRPr>
          </a:p>
          <a:p>
            <a:endParaRPr lang="LID409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12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BLACK WEEK IS HERE!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Sarp Esenyel</dc:creator>
  <cp:lastModifiedBy>Sarp Esenyel</cp:lastModifiedBy>
  <cp:revision>1</cp:revision>
  <dcterms:created xsi:type="dcterms:W3CDTF">2025-10-31T01:21:36Z</dcterms:created>
  <dcterms:modified xsi:type="dcterms:W3CDTF">2025-10-31T01:46:58Z</dcterms:modified>
</cp:coreProperties>
</file>